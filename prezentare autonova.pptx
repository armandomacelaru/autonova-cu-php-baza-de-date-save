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0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9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67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0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5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1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3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3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2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0566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91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71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11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66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1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14FFA-31D5-4112-A1DC-9CA3D5181A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00B0D-63A5-4F6C-A28A-9F74BCA03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74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3A4D-584A-960C-7302-2A14DC9B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65" y="24807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REPREZENTANȚA AUTO ONLINE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AUTONOVA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absolvire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Specializarea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Școala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Postliceală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FEG,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Iași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Birjoveanu Cosmin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Îndrumător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Agapi Corneliu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0735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C4445-960C-8B61-B52F-7DFF860D11B7}"/>
              </a:ext>
            </a:extLst>
          </p:cNvPr>
          <p:cNvSpPr txBox="1"/>
          <p:nvPr/>
        </p:nvSpPr>
        <p:spPr>
          <a:xfrm>
            <a:off x="905436" y="1536174"/>
            <a:ext cx="80682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CUPRINS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Scopuri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Securitate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viitoare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Întrebări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83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26DA5-5240-E085-E649-68671D88697D}"/>
              </a:ext>
            </a:extLst>
          </p:cNvPr>
          <p:cNvSpPr txBox="1"/>
          <p:nvPr/>
        </p:nvSpPr>
        <p:spPr>
          <a:xfrm>
            <a:off x="717177" y="865634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INTRODUCERE</a:t>
            </a:r>
          </a:p>
          <a:p>
            <a:endParaRPr lang="en-US" sz="2400" b="1" dirty="0"/>
          </a:p>
          <a:p>
            <a:r>
              <a:rPr lang="en-US" sz="2400" b="1" dirty="0"/>
              <a:t>• Context: </a:t>
            </a:r>
            <a:r>
              <a:rPr lang="en-US" sz="2400" b="1" dirty="0" err="1"/>
              <a:t>Creșterea</a:t>
            </a:r>
            <a:r>
              <a:rPr lang="en-US" sz="2400" b="1" dirty="0"/>
              <a:t> </a:t>
            </a:r>
            <a:r>
              <a:rPr lang="en-US" sz="2400" b="1" dirty="0" err="1"/>
              <a:t>platformelor</a:t>
            </a:r>
            <a:r>
              <a:rPr lang="en-US" sz="2400" b="1" dirty="0"/>
              <a:t> auto online</a:t>
            </a:r>
          </a:p>
          <a:p>
            <a:r>
              <a:rPr lang="en-US" sz="2400" b="1" dirty="0"/>
              <a:t>• </a:t>
            </a:r>
            <a:r>
              <a:rPr lang="en-US" sz="2400" b="1" dirty="0" err="1"/>
              <a:t>Nevoia</a:t>
            </a:r>
            <a:r>
              <a:rPr lang="en-US" sz="2400" b="1" dirty="0"/>
              <a:t>: </a:t>
            </a:r>
            <a:r>
              <a:rPr lang="en-US" sz="2400" b="1" dirty="0" err="1"/>
              <a:t>Centralizarea</a:t>
            </a:r>
            <a:r>
              <a:rPr lang="en-US" sz="2400" b="1" dirty="0"/>
              <a:t> </a:t>
            </a:r>
            <a:r>
              <a:rPr lang="en-US" sz="2400" b="1" dirty="0" err="1"/>
              <a:t>informațiilor</a:t>
            </a:r>
            <a:r>
              <a:rPr lang="en-US" sz="2400" b="1" dirty="0"/>
              <a:t> auto</a:t>
            </a:r>
          </a:p>
          <a:p>
            <a:r>
              <a:rPr lang="en-US" sz="2400" b="1" dirty="0"/>
              <a:t>• </a:t>
            </a:r>
            <a:r>
              <a:rPr lang="en-US" sz="2400" b="1" dirty="0" err="1"/>
              <a:t>Soluția</a:t>
            </a:r>
            <a:r>
              <a:rPr lang="en-US" sz="2400" b="1" dirty="0"/>
              <a:t>: </a:t>
            </a:r>
            <a:r>
              <a:rPr lang="en-US" sz="2400" b="1" dirty="0" err="1"/>
              <a:t>AutoNova</a:t>
            </a:r>
            <a:r>
              <a:rPr lang="en-US" sz="2400" b="1" dirty="0"/>
              <a:t> - </a:t>
            </a:r>
            <a:r>
              <a:rPr lang="en-US" sz="2400" b="1" dirty="0" err="1"/>
              <a:t>platformă</a:t>
            </a:r>
            <a:r>
              <a:rPr lang="en-US" sz="2400" b="1" dirty="0"/>
              <a:t> web </a:t>
            </a:r>
            <a:r>
              <a:rPr lang="en-US" sz="2400" b="1" dirty="0" err="1"/>
              <a:t>dedicată</a:t>
            </a:r>
            <a:endParaRPr lang="en-US" sz="2400" b="1" dirty="0"/>
          </a:p>
          <a:p>
            <a:r>
              <a:rPr lang="en-US" sz="2400" b="1" dirty="0"/>
              <a:t>• </a:t>
            </a:r>
            <a:r>
              <a:rPr lang="en-US" sz="2400" b="1" dirty="0" err="1"/>
              <a:t>Beneficii</a:t>
            </a:r>
            <a:r>
              <a:rPr lang="en-US" sz="2400" b="1" dirty="0"/>
              <a:t>:</a:t>
            </a:r>
          </a:p>
          <a:p>
            <a:r>
              <a:rPr lang="en-US" sz="2400" b="1" dirty="0"/>
              <a:t>  - </a:t>
            </a:r>
            <a:r>
              <a:rPr lang="en-US" sz="2400" b="1" dirty="0" err="1"/>
              <a:t>Economie</a:t>
            </a:r>
            <a:r>
              <a:rPr lang="en-US" sz="2400" b="1" dirty="0"/>
              <a:t> de </a:t>
            </a:r>
            <a:r>
              <a:rPr lang="en-US" sz="2400" b="1" dirty="0" err="1"/>
              <a:t>timp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</a:t>
            </a:r>
            <a:r>
              <a:rPr lang="en-US" sz="2400" b="1" dirty="0" err="1"/>
              <a:t>utilizatori</a:t>
            </a:r>
            <a:endParaRPr lang="en-US" sz="2400" b="1" dirty="0"/>
          </a:p>
          <a:p>
            <a:r>
              <a:rPr lang="en-US" sz="2400" b="1" dirty="0"/>
              <a:t>  - </a:t>
            </a:r>
            <a:r>
              <a:rPr lang="en-US" sz="2400" b="1" dirty="0" err="1"/>
              <a:t>Comparare</a:t>
            </a:r>
            <a:r>
              <a:rPr lang="en-US" sz="2400" b="1" dirty="0"/>
              <a:t> </a:t>
            </a:r>
            <a:r>
              <a:rPr lang="en-US" sz="2400" b="1" dirty="0" err="1"/>
              <a:t>rapidă</a:t>
            </a:r>
            <a:r>
              <a:rPr lang="en-US" sz="2400" b="1" dirty="0"/>
              <a:t> a </a:t>
            </a:r>
            <a:r>
              <a:rPr lang="en-US" sz="2400" b="1" dirty="0" err="1"/>
              <a:t>ofertelor</a:t>
            </a:r>
            <a:endParaRPr lang="en-US" sz="2400" b="1" dirty="0"/>
          </a:p>
          <a:p>
            <a:r>
              <a:rPr lang="en-US" sz="2400" b="1" dirty="0"/>
              <a:t>  - </a:t>
            </a:r>
            <a:r>
              <a:rPr lang="en-US" sz="2400" b="1" dirty="0" err="1"/>
              <a:t>Administrare</a:t>
            </a:r>
            <a:r>
              <a:rPr lang="en-US" sz="2400" b="1" dirty="0"/>
              <a:t> </a:t>
            </a:r>
            <a:r>
              <a:rPr lang="en-US" sz="2400" b="1" dirty="0" err="1"/>
              <a:t>simplificată</a:t>
            </a:r>
            <a:r>
              <a:rPr lang="en-US" sz="2400" b="1" dirty="0"/>
              <a:t> a </a:t>
            </a:r>
            <a:r>
              <a:rPr lang="en-US" sz="2400" b="1" dirty="0" err="1"/>
              <a:t>conținutului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4264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96FD3-E91B-B28E-C451-80DCAADEE6E9}"/>
              </a:ext>
            </a:extLst>
          </p:cNvPr>
          <p:cNvSpPr txBox="1"/>
          <p:nvPr/>
        </p:nvSpPr>
        <p:spPr>
          <a:xfrm>
            <a:off x="735106" y="70782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SCOPURI ȘI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 principal: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intuitive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anunțurilor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detaliată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anunțurilor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conținutului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dobândite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9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F58BD-4B50-08A6-3281-7A443B7F568F}"/>
              </a:ext>
            </a:extLst>
          </p:cNvPr>
          <p:cNvSpPr txBox="1"/>
          <p:nvPr/>
        </p:nvSpPr>
        <p:spPr>
          <a:xfrm>
            <a:off x="645460" y="663912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TEHNOLOGII FRONT-END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paginilor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Stilizare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responsive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Interactivitate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confirmare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DEEA7-2D5A-7DF6-97A2-DCC87A13D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06" y="2218876"/>
            <a:ext cx="4796117" cy="28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7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48977-E85B-76F9-BB55-8EFAC80A437B}"/>
              </a:ext>
            </a:extLst>
          </p:cNvPr>
          <p:cNvSpPr txBox="1"/>
          <p:nvPr/>
        </p:nvSpPr>
        <p:spPr>
          <a:xfrm>
            <a:off x="546847" y="428178"/>
            <a:ext cx="6096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TEHNOLOGII BACK-END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conținutului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Gestionarea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sesiunilor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Baza de date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relațională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Interogări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depanare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Server Apache + MySQL + PHP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2F72D-BD30-2354-C9A1-9810CE7C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65" y="1925730"/>
            <a:ext cx="3908612" cy="27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5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88D241-3DD6-5557-7719-D0DBA18E83AB}"/>
              </a:ext>
            </a:extLst>
          </p:cNvPr>
          <p:cNvSpPr txBox="1"/>
          <p:nvPr/>
        </p:nvSpPr>
        <p:spPr>
          <a:xfrm>
            <a:off x="995082" y="356898"/>
            <a:ext cx="6096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ARHITECTURA CLIENT-SERVER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(Browser)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Cerere HTTP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(Apache + PHP)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Baza de date (MySQL)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Răspuns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HTML/CSS/JS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(Browser)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Logica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Stocarea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D6F24-7F8A-4C95-32E9-4126152F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43" y="2315555"/>
            <a:ext cx="5438775" cy="23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7DEBC-9BE3-8DDD-9FAE-5C791B7ADBC6}"/>
              </a:ext>
            </a:extLst>
          </p:cNvPr>
          <p:cNvSpPr txBox="1"/>
          <p:nvPr/>
        </p:nvSpPr>
        <p:spPr>
          <a:xfrm>
            <a:off x="609600" y="1316522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 PRINCIPALĂ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anunțuri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Anul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fabricație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Preț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Imagine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reprezentativă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intuitivă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detalii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BD5D1-41E8-49A3-3B04-89371010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494" y="1447503"/>
            <a:ext cx="4930588" cy="352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22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DDAED6-A92C-4552-F2C2-9420CF8CDFBE}"/>
              </a:ext>
            </a:extLst>
          </p:cNvPr>
          <p:cNvSpPr txBox="1"/>
          <p:nvPr/>
        </p:nvSpPr>
        <p:spPr>
          <a:xfrm>
            <a:off x="923365" y="1536174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 DE DETALII AUTO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Motorizare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detaliată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Galerie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URL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AEEF7-CC0E-77C0-7824-7547DCCB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10" y="1531692"/>
            <a:ext cx="5305425" cy="35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9BDB6-77B5-5C68-3D38-795E60F3A011}"/>
              </a:ext>
            </a:extLst>
          </p:cNvPr>
          <p:cNvSpPr txBox="1"/>
          <p:nvPr/>
        </p:nvSpPr>
        <p:spPr>
          <a:xfrm>
            <a:off x="573741" y="489554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 BAZEI DE DATE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model, an, motor,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descriere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id, username,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parola_hash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id_autoturism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cale_imagine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Relații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Integritate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asigurată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F0495-BD05-D3F9-8DF9-984A809E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600" y="2177582"/>
            <a:ext cx="2843493" cy="26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1201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22</TotalTime>
  <Words>438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Trebuchet MS</vt:lpstr>
      <vt:lpstr>Berlin</vt:lpstr>
      <vt:lpstr>REPREZENTANȚA AUTO ONLINE AUTONOVA  Proiect de absolvire Specializarea "Analist Programator" Școala Postliceală FEG, Iași  Candidat: Birjoveanu Cosmin Îndrumător: Agapi Corneliu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Cosmin Birjoveanu</dc:creator>
  <cp:lastModifiedBy>Cosmin Birjoveanu</cp:lastModifiedBy>
  <cp:revision>2</cp:revision>
  <dcterms:created xsi:type="dcterms:W3CDTF">2026-02-04T17:28:17Z</dcterms:created>
  <dcterms:modified xsi:type="dcterms:W3CDTF">2026-02-04T17:50:27Z</dcterms:modified>
</cp:coreProperties>
</file>